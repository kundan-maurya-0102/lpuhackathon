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AAC9F-5E99-4DE2-9F28-FFECC87F17AE}" v="63" dt="2026-08-29T01:14:13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9B1F-9B0D-CFAB-2DA3-A4F7DBD55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A392B-8758-0C42-A5E1-D87976C8F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1B5FC-BF29-290A-12C1-154338AF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03489-FF6F-5D7E-51FA-BDA95059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50017-6742-4CAD-ED1A-6284CDAD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28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6311-2D8B-35E9-D275-6116A043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7B395-ADB6-5C60-A917-0B486C8A0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DBC52-77AE-0FEC-D9CD-42FBE91C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F9A25-DBDF-A230-BDC2-0924D22A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9570F-B68A-4067-D9F4-93E933FC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25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5601-B35C-B7A0-E9D7-7846FE1B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C3749-C54A-ED94-4836-3FA86F2EE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8A4B8-FAF0-C89E-F2F2-1DF17A6E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7D62F-7868-59D0-F30D-E1BFD715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FA1B4-CA82-ACD3-425A-FE5D817D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03C6-AE3A-C9CA-7246-CC317178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EFE40-CFFC-0CBD-6BC0-056309957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73EE1-32F9-C092-2499-3117B8203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DDED6-5872-1BE6-7C80-6FC1163EF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97DB8-0EF2-7589-0EAD-268723BA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C0457-104C-8B3E-DF10-C5FF7A2B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89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F35F-AA5F-95C0-6497-D6D602FF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E9D14-C6A5-65EF-1C83-833293F48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3587F-1A29-6570-BA87-63793594A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E2F86-0E56-6A72-4E0A-B04947A21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02FE22-6999-441C-B35A-A9532167F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DAD82-DD18-28B3-B86F-FB7645E4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96414-4432-2EDE-EC75-443EA391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BF1220-4A6E-FDEA-3EFF-D35D2C6F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9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358D-5D98-C503-C6EC-956990B1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911BB-AC19-D061-D7BC-14854BFD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96A48-9B29-709C-E683-DA919C5B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BC07C-06AF-E9A8-BD2C-9A58E367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54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F5103D-4011-474F-A3A6-AE66B6E2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4CB64-83C1-E2D3-8BFD-BD11B08F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1FB36-0565-D6E8-A205-01F7397C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9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DAEC-0111-875E-1A2F-1A44A535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7D12B-A577-6501-DB66-88A8797B7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14186-9257-0E7E-18FE-CEE77D2F8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94830-0BC6-94FB-37F9-0B73BFCE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C8F33-982A-EBAA-CBF5-697FF4CB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52510-75D1-9883-E695-AA33088D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92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A99B-B50A-AFA1-FF78-0AC77892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D2BA9-0BD4-C258-E212-FCAF2C375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9A334-32A0-8157-99DD-549CE36ED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CD7B9-7D97-D6CC-A3BA-BE42C00B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F84F6-CB8F-820E-E87F-8025C3D7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886A6-58A1-95CC-DAF7-0C1F9CF7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50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5397-727D-FA46-2176-6CB7C7AC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56A9B-5266-01BD-AA71-06B4BD2A7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65A32-565F-FFAB-BB1C-2EE390A6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28BB7-08E9-ED33-8CA7-98DA9D03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B863C-E7B5-64EA-9685-37613A20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48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BA4D3-4AC0-85B7-24CC-2AD05BB50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E2D36-D43D-76EB-D23A-BFABD3539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DCF32-FAD5-6242-4BC0-508E4CD4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88232-E2FB-559D-BDF7-31A1BEAD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4FED3-DA8C-8549-B079-83455D71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696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A5C33-5755-674C-A0E8-BB3EF807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826FE-6C8E-5F3A-4748-6CD519CE1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7C48F-9972-E72C-38AF-138460534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AAD1E-7127-490D-BDC1-5329CABE12DC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02117-915F-B999-76BD-7800D4F2B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953D4-6850-0590-1480-7E8036CD0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83A5D-674E-4B33-8163-D1F3FC2B4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00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A06C8-5413-D758-20C4-65D3DD070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951" y="339164"/>
            <a:ext cx="11469444" cy="608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10369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425737-EB99-15C6-BDFD-C0D740B42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40" y="658890"/>
            <a:ext cx="11281860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67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F6DC7-45E9-8E36-17CC-69403B2CA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26" y="471341"/>
            <a:ext cx="10847830" cy="570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83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E14EA2-5489-EFAA-B833-D40CA0757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33" y="377072"/>
            <a:ext cx="11321592" cy="579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53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63EB5-AB4E-0AFA-753A-6B5F46D49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45" y="331790"/>
            <a:ext cx="11246178" cy="608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09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B5E1B2-A01B-021B-7616-60BE3D158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77" y="465670"/>
            <a:ext cx="10587690" cy="577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564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1E2CC3-E64A-E7F6-EBF5-3EF7C04F1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9" y="292231"/>
            <a:ext cx="11821153" cy="586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577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132EC-C6A3-93D2-EB1B-060FE6CCE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02" y="647459"/>
            <a:ext cx="10325995" cy="55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116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2830F-B266-17F5-60A1-CD59A3FD2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09" y="348793"/>
            <a:ext cx="10903337" cy="583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80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53FC66-6536-B313-2F79-F3BAAB969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45" y="348792"/>
            <a:ext cx="10895622" cy="58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00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9E76F-86EA-0FA1-9AE7-7BA06C63A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63" y="395927"/>
            <a:ext cx="10648504" cy="587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20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ch</dc:creator>
  <cp:lastModifiedBy>rishi ch</cp:lastModifiedBy>
  <cp:revision>1</cp:revision>
  <dcterms:created xsi:type="dcterms:W3CDTF">2026-08-29T00:54:10Z</dcterms:created>
  <dcterms:modified xsi:type="dcterms:W3CDTF">2026-08-29T01:15:26Z</dcterms:modified>
</cp:coreProperties>
</file>